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표지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Sit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Comp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Ans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데이터소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분석방법론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CP지수공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통계검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CP매트릭스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CP분포지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Top10꿀역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핫플vs꿀역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상수역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기대효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마무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